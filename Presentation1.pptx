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D65F-117B-CC7F-6063-47C24F52F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EF233-DAFE-1948-CC5E-E35DFAC20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A4B8-671E-F089-E1A6-E1350A26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752A6-A18A-85BB-0ADB-5531424A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BD664-6BE9-C5BD-772F-AB635719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545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31DF-BCEE-9302-A9FA-E6F54EEE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A93F-5F7C-1243-E686-BC3BBCBE8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300B8-605B-265F-6E3E-2879569C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F21C-AA63-7013-16C5-0A08DDC7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C2DE-DF0E-F740-641B-747E8E8D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C550-1043-D0F1-193A-450C2BD87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056DE-7E03-B0EA-4659-570D1C7AB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3CB89-2D69-88EB-CDB3-73CB5BE3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21FD2-4B28-DB96-40C1-55FBD26B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C1C7-CF66-571B-C85B-6D9021AF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685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76E4C-2EC4-626E-2C8D-258F7E2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E74EE-6232-F1F6-7156-C3196637D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3C98E-FA83-950B-0047-BF818AF8E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EE3EF-1713-EA2E-2173-E5827E73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CDDB3-F5FE-CE28-2859-FAA8F9FA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C2D71-2283-2EB9-C2E7-F7E2102D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28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C6A2-1D08-3DAB-5B20-DCBE5310F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235D2-2FC6-52C2-923B-B0D206936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715D9-2DBA-19B4-EAB2-B07988E8F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879108-6F24-0DC3-0101-015E7A470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DEE442-468E-3B9C-02C4-F751E253D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4D1204-407C-DE8F-C8F7-29498016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3E4FFA-0C38-3DCF-FCB0-91D89B5E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B10660-557C-4FEA-5097-173E1C1D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73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E412-050F-A4E5-D64C-B7DC985C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BD907-B65B-382F-46DA-E63A3896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EBD21-868A-112A-5874-8AF7ECBA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5866F-D58C-6026-21BC-E1194FBA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0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F8D067-B172-51C1-1B31-DFC468B4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F7C45-7A10-A021-0676-230E67FF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C430-19A0-9FA2-54F4-608BEA5C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4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E8B3-F86C-3B5E-0DAC-1B368871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CD6B-7C18-DBF0-0848-D6DA976CE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75455-8E51-5B76-E111-F936F4805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9DF0-FBD3-7E50-8BB2-4739DE4D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7F743-2FF3-EEFF-E0B2-4B2B41AD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FC3D6-565B-7147-B90F-C99F77ED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9D0A-8C64-CB15-5445-AEB40D16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F251C-E636-9784-2687-D2EB3232B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A2715-F436-BBAC-C002-7CC22C233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BF951-7ADB-A774-7EE6-4A344252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97011-992A-75F9-0F62-220CD300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C144D-DC26-CB79-1CEA-6456682C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9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B010-2DD1-7DF3-14FE-E2408A8A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3C452-B800-08F6-41A0-8ED71782B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9153B-5A94-65B3-14F0-4A13F05B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F1701-EB44-9829-A1F8-06D3B231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E65A6-CEA4-306B-ECFB-CFD6FB29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69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AE5A2-3FC7-060C-B990-95F9DE6E2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78410-38B4-3A6A-24E2-B66758D22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64386-D9E3-ACDB-F0E3-37F910E6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8F56A-148A-C1AC-E105-8B33AF41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62875-DF9F-A9FA-5CB2-87C99227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803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2CAD7E-8B06-D9CF-7283-82984585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8D8AA-EDDF-9D0E-8D2D-576814681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4BD66-D823-8FB6-CCF2-3806CCE55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F4652-4EF2-479A-96AD-1F3B4E270CA2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7D294-835C-1D59-307B-E3ADB0396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3730A-98BF-887A-744A-FA2E32A7D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EDCF2-2FA1-4A98-959F-AD027F2145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20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3" name="Rectangle 1062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Understanding SOC, Its Components, Setup, and Benefits | Spiceworks -  Spiceworks">
            <a:extLst>
              <a:ext uri="{FF2B5EF4-FFF2-40B4-BE49-F238E27FC236}">
                <a16:creationId xmlns:a16="http://schemas.microsoft.com/office/drawing/2014/main" id="{4BB7EC0A-82B4-A202-A2F9-95A19EAAE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6" r="32685"/>
          <a:stretch>
            <a:fillRect/>
          </a:stretch>
        </p:blipFill>
        <p:spPr bwMode="auto">
          <a:xfrm>
            <a:off x="-170" y="18298"/>
            <a:ext cx="845031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EB5F47-AFF3-5BFE-6FD3-AE140ABDF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4620584" cy="775494"/>
          </a:xfrm>
        </p:spPr>
        <p:txBody>
          <a:bodyPr>
            <a:normAutofit fontScale="90000"/>
          </a:bodyPr>
          <a:lstStyle/>
          <a:p>
            <a:pPr algn="l"/>
            <a:br>
              <a:rPr lang="en-IN" sz="4400" b="1" dirty="0">
                <a:solidFill>
                  <a:srgbClr val="FFFFFF"/>
                </a:solidFill>
              </a:rPr>
            </a:br>
            <a:r>
              <a:rPr lang="en-US" sz="4400" b="1" dirty="0">
                <a:solidFill>
                  <a:srgbClr val="FFFFFF"/>
                </a:solidFill>
              </a:rPr>
              <a:t> </a:t>
            </a:r>
            <a:r>
              <a:rPr lang="en-US" sz="6700" b="1" dirty="0" err="1">
                <a:solidFill>
                  <a:srgbClr val="FFFFFF"/>
                </a:solidFill>
              </a:rPr>
              <a:t>BlueWatch</a:t>
            </a:r>
            <a:r>
              <a:rPr lang="en-US" sz="4400" b="1" dirty="0">
                <a:solidFill>
                  <a:srgbClr val="FFFFFF"/>
                </a:solidFill>
              </a:rPr>
              <a:t> </a:t>
            </a:r>
            <a:endParaRPr lang="en-IN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4F881-A09C-FE33-84FF-11B06E7D0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678075"/>
            <a:ext cx="4620584" cy="67323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              -Mini SOC Lab</a:t>
            </a:r>
            <a:endParaRPr lang="en-IN" sz="32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Nozomi Networks Certified Cyber Defenders (NNCCD)">
            <a:extLst>
              <a:ext uri="{FF2B5EF4-FFF2-40B4-BE49-F238E27FC236}">
                <a16:creationId xmlns:a16="http://schemas.microsoft.com/office/drawing/2014/main" id="{C4E50A86-CD34-0AD5-2E82-214D3FFE0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2" r="22862" b="-1"/>
          <a:stretch>
            <a:fillRect/>
          </a:stretch>
        </p:blipFill>
        <p:spPr bwMode="auto"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D6812C-F29C-CD5C-AABC-7E1866476F3A}"/>
              </a:ext>
            </a:extLst>
          </p:cNvPr>
          <p:cNvSpPr txBox="1"/>
          <p:nvPr/>
        </p:nvSpPr>
        <p:spPr>
          <a:xfrm>
            <a:off x="219919" y="5908799"/>
            <a:ext cx="4294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Presented  By:</a:t>
            </a:r>
          </a:p>
          <a:p>
            <a:r>
              <a:rPr lang="en-IN" sz="2800" b="1" dirty="0">
                <a:solidFill>
                  <a:schemeClr val="bg1"/>
                </a:solidFill>
              </a:rPr>
              <a:t>NSK Team</a:t>
            </a:r>
          </a:p>
        </p:txBody>
      </p:sp>
    </p:spTree>
    <p:extLst>
      <p:ext uri="{BB962C8B-B14F-4D97-AF65-F5344CB8AC3E}">
        <p14:creationId xmlns:p14="http://schemas.microsoft.com/office/powerpoint/2010/main" val="343606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994C7B-A708-1BAC-8F57-B4C4E882F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TEAM MEMBERS AND ROLES</a:t>
            </a:r>
            <a:endParaRPr kumimoji="0" lang="en-US" altLang="en-US" sz="5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85878E-3D37-5989-4B16-29CD54323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02657"/>
              </p:ext>
            </p:extLst>
          </p:nvPr>
        </p:nvGraphicFramePr>
        <p:xfrm>
          <a:off x="838200" y="2282285"/>
          <a:ext cx="10515601" cy="38404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3787">
                  <a:extLst>
                    <a:ext uri="{9D8B030D-6E8A-4147-A177-3AD203B41FA5}">
                      <a16:colId xmlns:a16="http://schemas.microsoft.com/office/drawing/2014/main" val="4097798792"/>
                    </a:ext>
                  </a:extLst>
                </a:gridCol>
                <a:gridCol w="3334407">
                  <a:extLst>
                    <a:ext uri="{9D8B030D-6E8A-4147-A177-3AD203B41FA5}">
                      <a16:colId xmlns:a16="http://schemas.microsoft.com/office/drawing/2014/main" val="780096470"/>
                    </a:ext>
                  </a:extLst>
                </a:gridCol>
                <a:gridCol w="4477407">
                  <a:extLst>
                    <a:ext uri="{9D8B030D-6E8A-4147-A177-3AD203B41FA5}">
                      <a16:colId xmlns:a16="http://schemas.microsoft.com/office/drawing/2014/main" val="3151706657"/>
                    </a:ext>
                  </a:extLst>
                </a:gridCol>
              </a:tblGrid>
              <a:tr h="718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effectLst/>
                        </a:rPr>
                        <a:t>TEAM MEMBERS 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effectLst/>
                        </a:rPr>
                        <a:t>ROLES TITLE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effectLst/>
                        </a:rPr>
                        <a:t>CORE FUNCTION / FOCUS AREA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extLst>
                  <a:ext uri="{0D108BD9-81ED-4DB2-BD59-A6C34878D82A}">
                    <a16:rowId xmlns:a16="http://schemas.microsoft.com/office/drawing/2014/main" val="2475975385"/>
                  </a:ext>
                </a:extLst>
              </a:tr>
              <a:tr h="6243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900" dirty="0">
                          <a:effectLst/>
                        </a:rPr>
                        <a:t>Vedant Dipak </a:t>
                      </a:r>
                      <a:r>
                        <a:rPr lang="en-US" sz="1900" dirty="0" err="1">
                          <a:effectLst/>
                        </a:rPr>
                        <a:t>Kashid</a:t>
                      </a:r>
                      <a:r>
                        <a:rPr lang="en-US" sz="1900" dirty="0">
                          <a:effectLst/>
                        </a:rPr>
                        <a:t> 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Endpoint Configuration Engineer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Wazuh Agent (Kali Linux) and Local Host Hardening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extLst>
                  <a:ext uri="{0D108BD9-81ED-4DB2-BD59-A6C34878D82A}">
                    <a16:rowId xmlns:a16="http://schemas.microsoft.com/office/drawing/2014/main" val="2375966801"/>
                  </a:ext>
                </a:extLst>
              </a:tr>
              <a:tr h="62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effectLst/>
                        </a:rPr>
                        <a:t>Gandham Nihash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SIEM Platform Architect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Wazuh Manager, Docker, and Indexing Infrastructure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extLst>
                  <a:ext uri="{0D108BD9-81ED-4DB2-BD59-A6C34878D82A}">
                    <a16:rowId xmlns:a16="http://schemas.microsoft.com/office/drawing/2014/main" val="509068954"/>
                  </a:ext>
                </a:extLst>
              </a:tr>
              <a:tr h="62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 err="1">
                          <a:effectLst/>
                        </a:rPr>
                        <a:t>Meghavardhan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Threat Intelligence &amp; Analysis Lead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Vulnerability Detection (VD) and FIM Data Correlation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extLst>
                  <a:ext uri="{0D108BD9-81ED-4DB2-BD59-A6C34878D82A}">
                    <a16:rowId xmlns:a16="http://schemas.microsoft.com/office/drawing/2014/main" val="227022012"/>
                  </a:ext>
                </a:extLst>
              </a:tr>
              <a:tr h="62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 err="1">
                          <a:effectLst/>
                        </a:rPr>
                        <a:t>Jinukala</a:t>
                      </a:r>
                      <a:r>
                        <a:rPr lang="en-US" sz="1900" dirty="0">
                          <a:effectLst/>
                        </a:rPr>
                        <a:t> Abhiram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Network Security Monitoring Specialist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Intrusion Detection System (Suricata NIDS) Integration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extLst>
                  <a:ext uri="{0D108BD9-81ED-4DB2-BD59-A6C34878D82A}">
                    <a16:rowId xmlns:a16="http://schemas.microsoft.com/office/drawing/2014/main" val="2273815887"/>
                  </a:ext>
                </a:extLst>
              </a:tr>
              <a:tr h="62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Ch.Swapna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</a:rPr>
                        <a:t>Automated Response Engineer (Active Response)</a:t>
                      </a:r>
                      <a:endParaRPr lang="en-IN" sz="1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</a:rPr>
                        <a:t>SSH Brute Force Blocking and Incident Mitigation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106417" marR="106417" marT="0" marB="0"/>
                </a:tc>
                <a:extLst>
                  <a:ext uri="{0D108BD9-81ED-4DB2-BD59-A6C34878D82A}">
                    <a16:rowId xmlns:a16="http://schemas.microsoft.com/office/drawing/2014/main" val="927143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62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82732D-1624-EBDF-31AD-70D4AF47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33D4C-2032-E472-BA8B-E3858A7E2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2061836"/>
            <a:ext cx="5834743" cy="4054299"/>
          </a:xfrm>
        </p:spPr>
        <p:txBody>
          <a:bodyPr>
            <a:normAutofit fontScale="92500"/>
          </a:bodyPr>
          <a:lstStyle/>
          <a:p>
            <a:pPr>
              <a:defRPr sz="2600">
                <a:solidFill>
                  <a:srgbClr val="1E1E1E"/>
                </a:solidFill>
              </a:defRPr>
            </a:pPr>
            <a:r>
              <a:rPr lang="en-US" sz="2600" dirty="0"/>
              <a:t>Modern organizations face increasing cyber threats, but lack affordable and practical SOC environments for real-time monitoring, detection, and analysis.</a:t>
            </a:r>
          </a:p>
          <a:p>
            <a:pPr lvl="1">
              <a:defRPr sz="2400">
                <a:solidFill>
                  <a:srgbClr val="3C3C3C"/>
                </a:solidFill>
              </a:defRPr>
            </a:pPr>
            <a:r>
              <a:rPr lang="en-US" sz="2600" dirty="0"/>
              <a:t>Full SOC systems require costly SIEM tools, skilled experts, and dedicated infrastructure.</a:t>
            </a:r>
          </a:p>
          <a:p>
            <a:pPr lvl="1">
              <a:defRPr sz="2400">
                <a:solidFill>
                  <a:srgbClr val="3C3C3C"/>
                </a:solidFill>
              </a:defRPr>
            </a:pPr>
            <a:r>
              <a:rPr lang="en-US" sz="2600" dirty="0" err="1"/>
              <a:t>BlueWatch</a:t>
            </a:r>
            <a:r>
              <a:rPr lang="en-US" sz="2600" dirty="0"/>
              <a:t> Mini SOC Lab solves this gap using an open‑source, scalable, isolated SOC environment for learning and threat simulation.</a:t>
            </a:r>
          </a:p>
          <a:p>
            <a:endParaRPr lang="en-IN" sz="2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DE48A4-5E0B-63A7-95D5-C8A505E15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" t="-553" r="694"/>
          <a:stretch>
            <a:fillRect/>
          </a:stretch>
        </p:blipFill>
        <p:spPr>
          <a:xfrm>
            <a:off x="6919266" y="2184914"/>
            <a:ext cx="4388706" cy="3755915"/>
          </a:xfrm>
          <a:prstGeom prst="rect">
            <a:avLst/>
          </a:prstGeom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5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CFCDAF-46CE-4056-866C-5EE9122FD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Rectangle">
            <a:extLst>
              <a:ext uri="{FF2B5EF4-FFF2-40B4-BE49-F238E27FC236}">
                <a16:creationId xmlns:a16="http://schemas.microsoft.com/office/drawing/2014/main" id="{9F587EB1-1674-4B8B-88AD-2A81FFFB5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A70758F-FA0D-752D-324D-71E39E78B59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F6949A-3F90-D1E5-792B-73140E4E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934"/>
            <a:ext cx="4537670" cy="5181523"/>
          </a:xfrm>
        </p:spPr>
        <p:txBody>
          <a:bodyPr anchor="b">
            <a:normAutofit/>
          </a:bodyPr>
          <a:lstStyle/>
          <a:p>
            <a:r>
              <a:rPr lang="en-IN" sz="8000" dirty="0">
                <a:solidFill>
                  <a:srgbClr val="FFFFFF"/>
                </a:solidFill>
              </a:rPr>
              <a:t>What This Project Does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2814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1594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7274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061E0-DB6B-0B1F-D883-6F236EB2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871" y="1666149"/>
            <a:ext cx="5977929" cy="4333962"/>
          </a:xfrm>
        </p:spPr>
        <p:txBody>
          <a:bodyPr anchor="b">
            <a:normAutofit fontScale="92500" lnSpcReduction="10000"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Builds a fully functional Mini SOC environment using </a:t>
            </a:r>
            <a:r>
              <a:rPr lang="en-US" sz="2200" dirty="0" err="1">
                <a:solidFill>
                  <a:srgbClr val="FFFFFF"/>
                </a:solidFill>
              </a:rPr>
              <a:t>Wazuh</a:t>
            </a:r>
            <a:r>
              <a:rPr lang="en-US" sz="2200" dirty="0">
                <a:solidFill>
                  <a:srgbClr val="FFFFFF"/>
                </a:solidFill>
              </a:rPr>
              <a:t> + ELK.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Collects and analyzes logs from Windows &amp; Kali Linux systems.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Detects cyber threats such as brute-force attacks, malware behavior, and unauthorized access.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Generates real-time security alerts for suspicious activities.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Visualizes events and attack patterns using Kibana dashboards.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Simulates real-world attack scenarios for practical learning.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>
                <a:solidFill>
                  <a:srgbClr val="FFFFFF"/>
                </a:solidFill>
              </a:rPr>
              <a:t>Provides hands-on experience in SIEM, threat detection, and incident response.</a:t>
            </a:r>
          </a:p>
          <a:p>
            <a:endParaRPr lang="en-IN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07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17FF8-6143-FC12-D4EC-B411A79E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Architecture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D3EC-6D25-B5F4-EEC9-53BA55AC4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lang="en-IN" sz="1900"/>
              <a:t>Windows + Kali Linux endpoints generate security logs.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IN" sz="1900"/>
              <a:t>Wazuh Agents collect logs and send them to the Wazuh Manager.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IN" sz="1900"/>
              <a:t>Wazuh Manager processes, analyzes, and correlates log data.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IN" sz="1900"/>
              <a:t>Elasticsearch indexes and stores processed events.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IN" sz="1900"/>
              <a:t>Kibana visualizes logs, alerts, and dashboards for SOC analysis.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IN" sz="1900"/>
              <a:t>End-to-end architecture simulates a real SIEM-based SOC workflow.</a:t>
            </a:r>
          </a:p>
          <a:p>
            <a:endParaRPr lang="en-IN" sz="1900"/>
          </a:p>
        </p:txBody>
      </p:sp>
      <p:pic>
        <p:nvPicPr>
          <p:cNvPr id="4" name="Picture 3" descr="SOC Lab Alert Flow to Dashboard">
            <a:extLst>
              <a:ext uri="{FF2B5EF4-FFF2-40B4-BE49-F238E27FC236}">
                <a16:creationId xmlns:a16="http://schemas.microsoft.com/office/drawing/2014/main" id="{11731CA2-72F0-2799-A021-DDF2CCE07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622472"/>
            <a:ext cx="5150277" cy="3437809"/>
          </a:xfrm>
          <a:prstGeom prst="rect">
            <a:avLst/>
          </a:pr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E7CC8-B118-713E-A643-D726F622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Tools 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02A033-E64A-104C-89D9-16AB910F8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8815" y="798653"/>
            <a:ext cx="7716455" cy="5150734"/>
          </a:xfrm>
          <a:prstGeom prst="rect">
            <a:avLst/>
          </a:prstGeom>
        </p:spPr>
      </p:pic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759C6391-900E-D98A-F9FF-906BBF36D3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127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1EFFC-8E20-98F5-63C4-9D979CCE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How Windows Logs Are Collected</a:t>
            </a:r>
            <a:endParaRPr lang="en-IN" sz="5400" dirty="0"/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3C1AC-F0B2-C30C-E90B-B0C038043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lang="en-US" sz="2200" dirty="0" err="1"/>
              <a:t>Wazuh</a:t>
            </a:r>
            <a:r>
              <a:rPr lang="en-US" sz="2200" dirty="0"/>
              <a:t> Agent is installed on the Windows machine.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The agent collects logs from Event Viewer (Security, System, Application).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Sysmon provides detailed logs for process creation, network connections, and registry changes.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Collected logs are forwarded securely to the </a:t>
            </a:r>
            <a:r>
              <a:rPr lang="en-US" sz="2200" dirty="0" err="1"/>
              <a:t>Wazuh</a:t>
            </a:r>
            <a:r>
              <a:rPr lang="en-US" sz="2200" dirty="0"/>
              <a:t> Manager.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The manager parses, analyzes, and correlates Windows events.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Logged events are indexed in Elasticsearch and visualized in Kibana.</a:t>
            </a:r>
          </a:p>
          <a:p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92BC0-4815-30AC-6A95-D11E496E2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5" r="31969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6C8BAA20-D82D-89AF-8C02-14CEFF8B4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37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E86CD-C602-8E0C-AEA3-010C63EC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This Helps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F2BDE-9F87-286C-C6BE-C83FF5F85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694"/>
          <a:stretch>
            <a:fillRect/>
          </a:stretch>
        </p:blipFill>
        <p:spPr>
          <a:xfrm>
            <a:off x="4471699" y="114200"/>
            <a:ext cx="6894639" cy="674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99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27D4-34C6-7718-74DE-616EFC60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400"/>
              <a:t>Real-World Impact</a:t>
            </a:r>
          </a:p>
        </p:txBody>
      </p:sp>
      <p:sp>
        <p:nvSpPr>
          <p:cNvPr id="8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22F65-D1C1-DD5B-C6B1-F7944D567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7194120" cy="4091277"/>
          </a:xfrm>
        </p:spPr>
        <p:txBody>
          <a:bodyPr anchor="t">
            <a:norm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Provides early detection of cyberattacks, preventing data breaches.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Reduces financial loss by identifying threats before damage occurs.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Improves SOC team efficiency with automated alerts and log correlation.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Supports compliance with standards like ISO 27001, GDPR, and PCI-DSS.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Enhances cybersecurity training for students and beginners.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sz="2200" dirty="0"/>
              <a:t>Offers a cost‑effective SOC solution for small organizations.</a:t>
            </a:r>
          </a:p>
          <a:p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67C93-47C2-CEBC-E01B-D849333EC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-3" b="-3"/>
          <a:stretch>
            <a:fillRect/>
          </a:stretch>
        </p:blipFill>
        <p:spPr>
          <a:xfrm>
            <a:off x="7997697" y="2145587"/>
            <a:ext cx="3621810" cy="3764666"/>
          </a:xfrm>
          <a:prstGeom prst="rect">
            <a:avLst/>
          </a:prstGeom>
        </p:spPr>
      </p:pic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5DF6D2C3-3501-F3A9-A126-F50EC27A8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57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75103-8B0E-716F-800D-13E749AD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A614-ACDA-D623-A4FA-86D5A5DBC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1" y="2156895"/>
            <a:ext cx="11086682" cy="4324928"/>
          </a:xfrm>
        </p:spPr>
        <p:txBody>
          <a:bodyPr anchor="ctr">
            <a:norm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BlueWatch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Mini SOC Lab provides a complete, practical environment for real-time threat monitoring.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 bridges the gap between theoretical knowledge and real-world SOC operations.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Through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Wazuh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+ ELK, users learn log analysis, threat detection, automation, and incident response.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lab enables safe attack simulation, helping users understand adversary behavior.</a:t>
            </a:r>
          </a:p>
          <a:p>
            <a:pPr lvl="1">
              <a:defRPr sz="2400">
                <a:solidFill>
                  <a:srgbClr val="282828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project builds strong foundational skills for SOC Analyst and cybersecurity roles.</a:t>
            </a:r>
          </a:p>
          <a:p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4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erial view of a highway near the ocean">
            <a:extLst>
              <a:ext uri="{FF2B5EF4-FFF2-40B4-BE49-F238E27FC236}">
                <a16:creationId xmlns:a16="http://schemas.microsoft.com/office/drawing/2014/main" id="{726C19FF-C055-D82C-17F0-EBF5B6EC3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14" b="22920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29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AF9840C-6D3F-8A14-FCA1-77E3ED9CB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594" y="2412673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>
                <a:solidFill>
                  <a:srgbClr val="FFFFFF"/>
                </a:solidFill>
                <a:latin typeface="Algerian" panose="04020705040A02060702" pitchFamily="82" charset="0"/>
              </a:rPr>
              <a:t>THANK</a:t>
            </a:r>
            <a:r>
              <a:rPr lang="en-US" sz="7200" dirty="0">
                <a:solidFill>
                  <a:srgbClr val="FFFFFF"/>
                </a:solidFill>
              </a:rPr>
              <a:t> </a:t>
            </a:r>
            <a:r>
              <a:rPr lang="en-US" sz="7200" dirty="0">
                <a:solidFill>
                  <a:srgbClr val="FFFFFF"/>
                </a:solidFill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07728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528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Aptos</vt:lpstr>
      <vt:lpstr>Aptos Display</vt:lpstr>
      <vt:lpstr>Arial</vt:lpstr>
      <vt:lpstr>Calibri</vt:lpstr>
      <vt:lpstr>Times New Roman</vt:lpstr>
      <vt:lpstr>Office Theme</vt:lpstr>
      <vt:lpstr>  BlueWatch </vt:lpstr>
      <vt:lpstr>TEAM MEMBERS AND ROLES </vt:lpstr>
      <vt:lpstr>Problem Statement</vt:lpstr>
      <vt:lpstr>What This Project Does</vt:lpstr>
      <vt:lpstr>Architecture Overview</vt:lpstr>
      <vt:lpstr>Tools Used</vt:lpstr>
      <vt:lpstr>How Windows Logs Are Collected</vt:lpstr>
      <vt:lpstr>How This Helps</vt:lpstr>
      <vt:lpstr>Real-World Impact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Gandham Nihashnaidu</dc:creator>
  <cp:lastModifiedBy>Gandham Nihashnaidu</cp:lastModifiedBy>
  <cp:revision>4</cp:revision>
  <dcterms:created xsi:type="dcterms:W3CDTF">2025-11-20T05:20:04Z</dcterms:created>
  <dcterms:modified xsi:type="dcterms:W3CDTF">2025-11-22T04:25:27Z</dcterms:modified>
</cp:coreProperties>
</file>